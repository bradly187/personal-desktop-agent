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Personal Desktop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2600" b="0">
                <a:solidFill>
                  <a:srgbClr val="9CB4E8"/>
                </a:solidFill>
                <a:latin typeface="Segoe UI"/>
              </a:rPr>
              <a:t>State Machine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Segoe UI"/>
              </a:rPr>
              <a:t>Multimodal accessibility desktop control  ·  iPad sensor hub + RTX 5090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Segoe UI"/>
              </a:rPr>
              <a:t>12 machines  ·  iPad app (5) + PC agent kernel (7)  ·  refreshed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91440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2880"/>
            <a:ext cx="877824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"/>
              </a:rPr>
              <a:t>App Top-Level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292608"/>
            <a:ext cx="2286000" cy="3840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iPad · Swift   1/5</a:t>
            </a:r>
          </a:p>
        </p:txBody>
      </p:sp>
      <p:pic>
        <p:nvPicPr>
          <p:cNvPr id="7" name="Picture 6" descr="01-ipadapp-top-level-application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393" y="1069848"/>
            <a:ext cx="4012909" cy="5266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Source: DesktopAgentApp · SensorManager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91440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2880"/>
            <a:ext cx="877824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"/>
              </a:rPr>
              <a:t>WebSocket Connection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292608"/>
            <a:ext cx="2286000" cy="3840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iPad · Swift   2/5</a:t>
            </a:r>
          </a:p>
        </p:txBody>
      </p:sp>
      <p:pic>
        <p:nvPicPr>
          <p:cNvPr id="7" name="Picture 6" descr="02-websocketmanager-connection-state-mac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546" y="1069848"/>
            <a:ext cx="6010602" cy="5266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Source: WebSocketManager.swift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91440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2880"/>
            <a:ext cx="877824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"/>
              </a:rPr>
              <a:t>Tilt Navigation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292608"/>
            <a:ext cx="2286000" cy="3840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iPad · Swift   3/5</a:t>
            </a:r>
          </a:p>
        </p:txBody>
      </p:sp>
      <p:pic>
        <p:nvPicPr>
          <p:cNvPr id="7" name="Picture 6" descr="03-tiltsensor-navigation-state-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651" y="1069848"/>
            <a:ext cx="6482392" cy="5266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Source: TiltSensor.swift (Core Motion)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91440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2880"/>
            <a:ext cx="877824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"/>
              </a:rPr>
              <a:t>Keyword Listener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292608"/>
            <a:ext cx="2286000" cy="3840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iPad · Swift   4/5</a:t>
            </a:r>
          </a:p>
        </p:txBody>
      </p:sp>
      <p:pic>
        <p:nvPicPr>
          <p:cNvPr id="7" name="Picture 6" descr="04-keywordlistener-recognition-state-mac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486" y="1069848"/>
            <a:ext cx="6916723" cy="5266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Source: KeywordListener.swift (Speech)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91440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2880"/>
            <a:ext cx="877824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"/>
              </a:rPr>
              <a:t>UI View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292608"/>
            <a:ext cx="2286000" cy="3840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iPad · Swift   5/5</a:t>
            </a:r>
          </a:p>
        </p:txBody>
      </p:sp>
      <p:pic>
        <p:nvPicPr>
          <p:cNvPr id="7" name="Picture 6" descr="05-appmode-ui-view-state-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815" y="1069848"/>
            <a:ext cx="5168065" cy="5266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Source: SwiftUI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914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2880"/>
            <a:ext cx="877824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"/>
              </a:rPr>
              <a:t>FusionEngine — 6-Level Tick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292608"/>
            <a:ext cx="2286000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PC Backend · Python   1/7</a:t>
            </a:r>
          </a:p>
        </p:txBody>
      </p:sp>
      <p:pic>
        <p:nvPicPr>
          <p:cNvPr id="7" name="Picture 6" descr="06-fusionengine-6-level-priority-t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285" y="1069848"/>
            <a:ext cx="4005125" cy="5266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Source: core/fusion_engine.py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914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2880"/>
            <a:ext cx="877824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"/>
              </a:rPr>
              <a:t>Gyro Bias Calibrator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292608"/>
            <a:ext cx="2286000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PC Backend · Python   2/7</a:t>
            </a:r>
          </a:p>
        </p:txBody>
      </p:sp>
      <p:pic>
        <p:nvPicPr>
          <p:cNvPr id="7" name="Picture 6" descr="07-gyrobiascalibrator-tilt-drift-compens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514" y="1069848"/>
            <a:ext cx="4542666" cy="5266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Source: calibration/gyro_bias_calibrator.py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914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2880"/>
            <a:ext cx="877824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"/>
              </a:rPr>
              <a:t>Circuit Breaker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292608"/>
            <a:ext cx="2286000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PC Backend · Python   3/7</a:t>
            </a:r>
          </a:p>
        </p:txBody>
      </p:sp>
      <p:pic>
        <p:nvPicPr>
          <p:cNvPr id="7" name="Picture 6" descr="08-circuitbreaker-inference-backend-l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978" y="1069848"/>
            <a:ext cx="4773738" cy="5266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Source: core/circuit_breaker.py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914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2880"/>
            <a:ext cx="877824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"/>
              </a:rPr>
              <a:t>Resource Governor (Flare)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292608"/>
            <a:ext cx="2286000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PC Backend · Python   4/7</a:t>
            </a:r>
          </a:p>
        </p:txBody>
      </p:sp>
      <p:pic>
        <p:nvPicPr>
          <p:cNvPr id="7" name="Picture 6" descr="09-resourcegovernor-pain-aware-flare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505" y="1069848"/>
            <a:ext cx="4812685" cy="5266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Source: core/resource_governor.py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914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2880"/>
            <a:ext cx="877824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"/>
              </a:rPr>
              <a:t>Supervisor Restart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292608"/>
            <a:ext cx="2286000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PC Backend · Python   5/7</a:t>
            </a:r>
          </a:p>
        </p:txBody>
      </p:sp>
      <p:pic>
        <p:nvPicPr>
          <p:cNvPr id="7" name="Picture 6" descr="10-supervisor-per-subsystem-restart-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799" y="1069848"/>
            <a:ext cx="5824096" cy="5266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Source: core/supervisor.py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914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2880"/>
            <a:ext cx="877824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"/>
              </a:rPr>
              <a:t>Goal-Queue Row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292608"/>
            <a:ext cx="2286000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PC Backend · Python   6/7</a:t>
            </a:r>
          </a:p>
        </p:txBody>
      </p:sp>
      <p:pic>
        <p:nvPicPr>
          <p:cNvPr id="7" name="Picture 6" descr="11-goal-queue-row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541" y="1069848"/>
            <a:ext cx="7820613" cy="5266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Source: storage/db.py · goal_queue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914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2880"/>
            <a:ext cx="877824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"/>
              </a:rPr>
              <a:t>Agent-Run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292608"/>
            <a:ext cx="2286000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PC Backend · Python   7/7</a:t>
            </a:r>
          </a:p>
        </p:txBody>
      </p:sp>
      <p:pic>
        <p:nvPicPr>
          <p:cNvPr id="7" name="Picture 6" descr="12-agent-run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78" y="1069848"/>
            <a:ext cx="9095339" cy="5266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Source: storage/db.py · agent_runs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Personal Desktop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